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2F54A-96D5-C419-6530-72E851E62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5168D-717E-9F76-3D44-DFD4260A2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B1E81-5573-B3FA-99CD-D048A61E2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D2F3-2E2D-46F4-94CB-8815AF9B40D6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9ACCC-8DC3-2E78-7169-AD66631FF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F358B-CC4B-72A1-B213-E56963C9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1FCE-4E4C-4D90-84B3-5496A331A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65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C0A1-C990-C4EE-40A2-DF71A7C8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5BEE6-3646-3181-30C1-0BAA80184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8F41F-1690-6353-69C8-61A1DFD79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D2F3-2E2D-46F4-94CB-8815AF9B40D6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2C6A5-E5A2-2689-7B19-A5522E908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FC129-EA6E-7AA1-68C8-65534EF30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1FCE-4E4C-4D90-84B3-5496A331A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8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E76DA-5CCD-8E6D-2E3F-571091818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457E7-9FD1-E7EF-0140-172040956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141CE-DAAA-2B10-1821-1BFEE7243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D2F3-2E2D-46F4-94CB-8815AF9B40D6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56F59-B4B9-3F3F-37E3-74735DFC5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32163-38FA-EB14-A1BD-1CE915909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1FCE-4E4C-4D90-84B3-5496A331A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130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84FD9-274B-C802-EC6D-C2C0A6F9F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31B5D-2C6D-6B8F-859C-5F617DF408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3BCA6-A608-839B-5553-AFB03658B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781EFD-CCE6-1881-49F7-A149B157A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D2F3-2E2D-46F4-94CB-8815AF9B40D6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CC6488-B90C-EB9B-D0FE-F853D87C8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0EA09-87F0-9036-F335-67EFC956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1FCE-4E4C-4D90-84B3-5496A331A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65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FB27E-D3A0-6B67-A717-08A10F570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10481-4971-F5A0-5558-251411651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773BC8-6F9C-177E-3D00-C1CBD67FF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70FD9-511A-E53F-2CC9-B882D70DD7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8F7EB1-34CF-716C-B392-55D533A86A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68EB2C-AD01-D7F5-6A16-64701BA23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D2F3-2E2D-46F4-94CB-8815AF9B40D6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E56184-1525-7442-87FC-D6AF329D2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90F6CF-1F4F-3831-7158-9F6288C0E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1FCE-4E4C-4D90-84B3-5496A331A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592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9DDB-4570-0BF0-9DE3-46CD2BFA8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E48EA6-983C-69C1-54E8-7654C4198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D2F3-2E2D-46F4-94CB-8815AF9B40D6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79C5A3-DECF-AF1E-E837-B900F0F99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9B1CDA-E4C9-71B0-7400-12511A37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1FCE-4E4C-4D90-84B3-5496A331A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81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04AF9-7302-F6A4-DE56-5A643590A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D2F3-2E2D-46F4-94CB-8815AF9B40D6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353056-2979-3F18-DBE7-636FFE2DD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EFA1E-DE82-5F6C-BED4-1E1A0879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1FCE-4E4C-4D90-84B3-5496A331A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75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798BE-8C31-1D90-D176-8E76B9A1C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F34BC-6B24-D945-7FAD-6AA33C81E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C4414F-5751-C754-07CC-DA4505CBA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E5D89-C739-2D37-35B3-79B0C0373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D2F3-2E2D-46F4-94CB-8815AF9B40D6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E49EE-B7C0-F70D-E66B-C03404986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30B9C3-7046-9FAF-9901-CA948AF44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1FCE-4E4C-4D90-84B3-5496A331A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856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DF9E0-5689-0547-9C81-BF209EE64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8B1A3-C4B0-BF8F-0D95-130372AC92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C2BD3-1C38-563E-2FA0-25BE947DC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F299C-C197-E2F3-0C55-BCE124F5D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D2F3-2E2D-46F4-94CB-8815AF9B40D6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7F55C5-598F-36E9-5DE7-87174382D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72219-072C-3A92-475E-0E629BEA0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1FCE-4E4C-4D90-84B3-5496A331A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770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98536-8E75-4367-E5F8-5DA9D8F9C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10DD26-AD6D-A31D-94CC-F7195CA5B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C5AF8-0335-29FF-6198-26639B0F9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D2F3-2E2D-46F4-94CB-8815AF9B40D6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DA2E6-A3B4-D3DB-BA57-BD46530BB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7FEAF-057F-AE16-3D8E-CF257869F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1FCE-4E4C-4D90-84B3-5496A331A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54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8FE9DD-386F-2CAD-728E-BED3E092EE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592F41-B5F4-0FB7-1636-DFF368C7F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6D97B-B2A4-4993-743C-FCBE2A63C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D2F3-2E2D-46F4-94CB-8815AF9B40D6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879F1-B424-DE22-399A-3CD87B63D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752C2-4024-E6AE-17F5-4BCB20B8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1FCE-4E4C-4D90-84B3-5496A331A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08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CD5162-CEF6-92CA-5311-FBC07FFA2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1BDCA-5504-127D-1614-A9BB9E17A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0A745-3CBE-66AE-3346-67EFB4B701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0D2F3-2E2D-46F4-94CB-8815AF9B40D6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E733B-D0A3-DAE5-555E-6C4524FBC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4B92F-E909-DAFD-958B-18C692A43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91FCE-4E4C-4D90-84B3-5496A331A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399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AE3711-0689-E622-702C-359DBDAAA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979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AHBINAV AGARWAL</dc:creator>
  <cp:lastModifiedBy>AHBINAV AGARWAL</cp:lastModifiedBy>
  <cp:revision>1</cp:revision>
  <dcterms:created xsi:type="dcterms:W3CDTF">2023-08-28T12:57:38Z</dcterms:created>
  <dcterms:modified xsi:type="dcterms:W3CDTF">2023-08-28T12:57:44Z</dcterms:modified>
</cp:coreProperties>
</file>